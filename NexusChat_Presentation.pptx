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0C2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3314700"/>
          </a:xfrm>
          <a:prstGeom prst="rect">
            <a:avLst/>
          </a:prstGeom>
          <a:solidFill>
            <a:srgbClr val="302B63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-182880"/>
            <a:ext cx="2926080" cy="29260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6C63FF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Live Web Search · Multi-LLM · Response Modes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5740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Serper.dev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1417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chatbot with document-grounded answers, real-time web awareness,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adaptive response styles — built for developers and deployed to the cloud.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  · 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1 /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Objective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74904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Generic LLMs hallucinate — they lack access to private or recent information.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single chatbot integrates RAG, live search, and multi-provider LLMs in one clean UI.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Developers need configurable verbosity — some queries need one sentence, others need depth.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Deploying a robust chatbot with all three capabilities is complex without clear 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960120"/>
            <a:ext cx="374904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960120"/>
            <a:ext cx="54864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50876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a modular, production-quality chatbot that is grounded in uploaded documents.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Augment answers with live Google search results when the LLM lacks current knowledge.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Let users choose ⚡ Concise or 📖 Detailed response styles on the fly.</a:t>
            </a:r>
            <a:endParaRPr lang="en-US" sz="115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 to Streamlit Cloud with clean architecture anyone can extend.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0C2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3314700"/>
          </a:xfrm>
          <a:prstGeom prst="rect">
            <a:avLst/>
          </a:prstGeom>
          <a:solidFill>
            <a:srgbClr val="302B6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Approached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72768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1572768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33172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config/, models/, utils/ layers. Each concern is isolated and independently testable.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1005840"/>
            <a:ext cx="1572768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005840"/>
            <a:ext cx="157276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76272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233172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PyPDF/DOCX extraction → character chunking → SentenceTransformer embeddings → FAISS cosine search.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1005840"/>
            <a:ext cx="1572768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005840"/>
            <a:ext cx="1572768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13632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13632" y="233172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Google Search API injects live snippets as LLM context when the toggle is 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005840"/>
            <a:ext cx="1572768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005840"/>
            <a:ext cx="1572768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9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50992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50992" y="233172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system prompts assembled per request — mode + RAG context + web results stitched together.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1005840"/>
            <a:ext cx="1572768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005840"/>
            <a:ext cx="1572768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88352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88352" y="233172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controls, custom CSS dark theme, session state management, streaming-ready response flow.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20040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39319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926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embeddings.py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rag.py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web_search.py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prompt_builder.py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914400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914400"/>
            <a:ext cx="45720" cy="5486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950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loaded from env vars / Streamlit secrets. Zero hardcoding.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572768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572768"/>
            <a:ext cx="457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1847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get_llm_response() adapter — routes to OpenAI, Groq, or Gemini.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2231136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231136"/>
            <a:ext cx="45720" cy="54864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0" name="Text 18"/>
          <p:cNvSpPr/>
          <p:nvPr/>
        </p:nvSpPr>
        <p:spPr>
          <a:xfrm>
            <a:off x="388620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6200" y="25054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embed_texts() wraps sentence-transformers locally or OpenAI remotely.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2889504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889504"/>
            <a:ext cx="45720" cy="54864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29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86200" y="3163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 (FAISS) + text extraction + chunking + build_rag_context().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3547872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3547872"/>
            <a:ext cx="45720" cy="54864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8620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search + format_search_results() for prompt injection.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4206240"/>
            <a:ext cx="4983480" cy="548640"/>
          </a:xfrm>
          <a:prstGeom prst="rect">
            <a:avLst/>
          </a:prstGeom>
          <a:solidFill>
            <a:srgbClr val="EEEEFF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206240"/>
            <a:ext cx="45720" cy="548640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7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prompt_builder.py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86200" y="4480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system prompt from mode + RAG ctx + web ctx per request.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0C2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3314700"/>
          </a:xfrm>
          <a:prstGeom prst="rect">
            <a:avLst/>
          </a:prstGeom>
          <a:solidFill>
            <a:srgbClr val="302B6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206240" cy="196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420624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RAG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Upload PDF, DOCX, TXT, Markdown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Chunk → embed (all-MiniLM-L6-v2) → FAISS index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Top-K cosine retrieval injected as context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Clear knowledge base button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206240" cy="196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17520"/>
            <a:ext cx="42062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Serper.dev Google Search API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Toggle on/off per session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Top-5 results formatted into system prompt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Graceful degradation if key missing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868680"/>
            <a:ext cx="4206240" cy="196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868680"/>
            <a:ext cx="4206240" cy="457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Response Modes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39903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Concise: 2-4 sentences, key insight only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Detailed: headers, bullets, depth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 badge visible in UI header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instructions per mode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206240" cy="196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4206240" cy="4572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Multi-Provider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54787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Groq (llama3, mixtral, gemma)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 (gpt-3.5-turbo, gpt-4o)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Gemini (1.5-flash, 1.5-pro)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selector in sidebar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5720" cy="1188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on Cloud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faiss-cpu has no prebuilt wheel for some Python versions on Streamlit Cloud.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Pinned to faiss-cpu&gt;=1.8.0 and Python 3.11 in runtime.txt. Tested locally first.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45720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keys needed to work both locally (.env) and in Streamlit Cloud (secrets.toml).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6550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config.py tries os.getenv() first, then st.secrets — a clean two-path fallback.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31720"/>
            <a:ext cx="45720" cy="11887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RAG + web results + chat history can exceed model context windows on smaller models.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26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Capped MAX_CHAT_HISTORY, top_k chunks, and web results to stay under 8K tokens.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3317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331720"/>
            <a:ext cx="45720" cy="118872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API Differences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Gemini uses 'model' role instead of 'assistant'; Groq and OpenAI differ in SDK design.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0266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Each provider has its own adapter in llm.py, abstracting differences behind one interface.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03320"/>
            <a:ext cx="45720" cy="118872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49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Re-render Loop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st.rerun() after appending messages caused double-rendering in some flows.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98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Centralised all message appends before calling rerun(); used session state carefully.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703320"/>
            <a:ext cx="4160520" cy="1188720"/>
          </a:xfrm>
          <a:prstGeom prst="rect">
            <a:avLst/>
          </a:prstGeom>
          <a:solidFill>
            <a:srgbClr val="F8F7FF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703320"/>
            <a:ext cx="45720" cy="1188720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49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Load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SentenceTransformer downloads ~80 MB on cold start, blocking the UI.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398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Lazy singleton in embeddings.py: model loads once on first use, then cached in memory.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0C2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3314700"/>
          </a:xfrm>
          <a:prstGeom prst="rect">
            <a:avLst/>
          </a:prstGeom>
          <a:solidFill>
            <a:srgbClr val="302B6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84048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3931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CLOUD STEPS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8988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project to GitHub (no secrets committed)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streamlit.io/cloud → New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repo, branch, and app.py as entrypoint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secrets in App Settings → Secrets (TOML)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58444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Streamlit installs requirements.txt automatically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133088"/>
            <a:ext cx="256032" cy="256032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public URL in your PPT deck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868680"/>
            <a:ext cx="429768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868680"/>
            <a:ext cx="54864" cy="1737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APP 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https://your-app.streamlit.app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1772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actual Streamlit Cloud URL after deployment.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2788920"/>
            <a:ext cx="429768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2788920"/>
            <a:ext cx="54864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SECRETS.TOML TEMPLATE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32461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   = "gsk_..."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 = "sk-..."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 = "AIza..."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SERPER_API_KEY = "your-key"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0C2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2743200" cy="3314700"/>
          </a:xfrm>
          <a:prstGeom prst="rect">
            <a:avLst/>
          </a:prstGeom>
          <a:solidFill>
            <a:srgbClr val="302B63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18745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68880"/>
            <a:ext cx="18745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468880"/>
            <a:ext cx="18745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468880"/>
            <a:ext cx="18745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29626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real-time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468880"/>
            <a:ext cx="18745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468880"/>
            <a:ext cx="1874520" cy="4572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7720" y="29626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OpenAI · Gemini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468880"/>
            <a:ext cx="18745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468880"/>
            <a:ext cx="1874520" cy="457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786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29626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↔ Detailed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CC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 on Streamlit Cloud  ·  Source on GitHub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CC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NexusChat  ·  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NexusChat — AI Chatbot</dc:title>
  <dc:subject>PptxGenJS Presentation</dc:subject>
  <dc:creator>PptxGenJS</dc:creator>
  <cp:lastModifiedBy>PptxGenJS</cp:lastModifiedBy>
  <cp:revision>1</cp:revision>
  <dcterms:created xsi:type="dcterms:W3CDTF">2026-03-20T13:43:45Z</dcterms:created>
  <dcterms:modified xsi:type="dcterms:W3CDTF">2026-03-20T13:43:45Z</dcterms:modified>
</cp:coreProperties>
</file>